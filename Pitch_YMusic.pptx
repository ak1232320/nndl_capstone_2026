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95BE55-A527-4C4F-A967-67BA77762A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CD3C8DC-F128-40CC-AE13-0E377BDD3F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934DB4-E239-4CD5-A4E7-9748E0AD51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2468F6-EF92-4EC9-89A6-7C36BBCF69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28BBD6-1DE3-4F8A-8FF7-759492017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726FAE-1669-448D-8B85-875DDE2D2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03D492-5B9C-4EE2-8B00-DF95ECB902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117FF4-70B2-472D-88F7-D8AB99D39A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C6A414-91EC-4A34-ACB5-1CEBC89B96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5B190B-903C-442E-BDC3-951E0D4796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5A3059-7EC8-41B9-9B09-36AA4094B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822960" y="2377440"/>
            <a:ext cx="72720" cy="182844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51560" y="2331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CAPSTONE PROJECT PITCH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51560" y="26974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Next-Gen Music Recommender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51560" y="352044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on real Yandex listening data (Yambda)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822960" y="480060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822960" y="49377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Anna Grishkina · Valeria Karpova · Aleksey Kosychev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22960" y="53492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HSE Master's · NNDL · Module 2     ·     github.com/ak1232320/nndl_capstone_2026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822960" y="571500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Real-world operational data (+2 bonus)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PROBLEM STATEMENT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Predict the next track for a streaming user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72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we are solving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822960" y="233172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Given a 10 M-track catalogue, predict the next track a user will actually want to hear — the central decision a streaming product makes every few minutes.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82296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now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822960" y="4069080"/>
            <a:ext cx="10515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≈ 70 % of streaming users say they struggle to discover new music — bad recommendations are the dominant churn driver.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Streaming market is saturated; subscriber growth has plateaued, so retention is the #1 commercial metric.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 few % lift in next-track ranking separates catching up from leading.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DATA — OUR KEY ADVANTAGE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· 4.79 B real listening events from Yandex Music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1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Source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by Yandex on Hugging Face — released May 2025, less than one year old.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22960" y="28803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—  1 M users · 9.39 M tracks · 4.79 B events (we train on the 50M slice)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22960" y="35204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it is strong for this task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822960" y="3931920"/>
            <a:ext cx="10515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Three signal layers: explicit (likes / dislikes), implicit (plays / skips / replays), and 128-d audio embeddings (82% of tracks).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An is_organic flag on every event — distinguishes user-driven from recommender-driven plays. Trains without recommender-bias loop.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Real production distributions: heavy-tail catalogue, real cold-start, real session structure — none of which an academic dataset reproduces.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Connector 9"/>
          <p:cNvCxnSpPr/>
          <p:nvPr/>
        </p:nvCxnSpPr>
        <p:spPr>
          <a:xfrm>
            <a:off x="822960" y="589788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7" name="TextBox 10"/>
          <p:cNvSpPr/>
          <p:nvPr/>
        </p:nvSpPr>
        <p:spPr>
          <a:xfrm>
            <a:off x="822960" y="59893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Real-world operational data → qualifies for the +2 bonus, target = 10 / 10.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MODELING APPROACH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Hybrid: SASRec sequence model  +  two-tower content network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3" name="TextBox 4"/>
          <p:cNvSpPr/>
          <p:nvPr/>
        </p:nvSpPr>
        <p:spPr>
          <a:xfrm>
            <a:off x="822960" y="1965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A · SASRec — sequence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822960" y="2377440"/>
            <a:ext cx="51202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Causal-attention Transformer over the user's listening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Structurally a small GPT (we already shipped MiniGPT and StockGPT).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Learns transition patterns and predicts the next track from the sequence so far.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583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B · Two-Tower — content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6583680" y="2377440"/>
            <a:ext cx="49374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Content tower on Yandex audio embeddings (128-d) — audio taste similarity.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Scores tracks even with zero interaction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Adds an audio-taste signal complementary to the sequence model.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Connector 8"/>
          <p:cNvCxnSpPr/>
          <p:nvPr/>
        </p:nvCxnSpPr>
        <p:spPr>
          <a:xfrm>
            <a:off x="822960" y="507492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8" name="TextBox 9"/>
          <p:cNvSpPr/>
          <p:nvPr/>
        </p:nvSpPr>
        <p:spPr>
          <a:xfrm>
            <a:off x="822960" y="52120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Fusion &amp; why this approach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822960" y="56235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Outputs fused with a validation-tuned weight (β) — late, not joint, fusion.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Pure matrix factorisation loses sequence; pure CF fails on new tracks. The hybrid handles both.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KPI &amp; BUSINESS IMPACT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ranking quality at the top of the list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05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Primary metric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Normalised Discounted Cumulative Gain at top-10.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822960" y="28803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How many relevant tracks are in the top-10, and how well are they ordered (better tracks first).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822960" y="36118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Results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822960" y="4023360"/>
            <a:ext cx="51202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Best baselines:  ItemKNN 0.071, SASRec 0.0735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Our hybrid:  +9.7% ± 2.0% over SASRec (5 splits)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583680" y="36118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Expected business impact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6583680" y="4023360"/>
            <a:ext cx="49374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+9.7% better next-track ranking (NDCG@10) per user.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Stronger discovery → lever on listening time and churn.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Delivered on free data + one free GPU (near-zero cost).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822960" y="868680"/>
            <a:ext cx="72720" cy="127980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1051560" y="7772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SUMMARY &amp; CALL TO ACTION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515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What we ship.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822960" y="2331720"/>
            <a:ext cx="105152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Real Yandex listening data (Yambda-50M) → hybrid neural recommender: SASRec sequence model + audio-content tower, fused with a validation-tuned weight → predict the next track. Delivered: SASRec beats every baseline and reproduces the paper to 98%; late fusion adds a robust +9.7% ± 2.0% NDCG@10 over SASRec across 5 held-out user splits.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Connector 5"/>
          <p:cNvCxnSpPr/>
          <p:nvPr/>
        </p:nvCxnSpPr>
        <p:spPr>
          <a:xfrm>
            <a:off x="822960" y="44348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19" name="TextBox 6"/>
          <p:cNvSpPr/>
          <p:nvPr/>
        </p:nvSpPr>
        <p:spPr>
          <a:xfrm>
            <a:off x="82296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it took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22960" y="4983480"/>
            <a:ext cx="10515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Yambda dataset on Hugging Face — already public, free.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One free Kaggle T4 (16 GB) GPU — no paid infrastructure.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Reproducible: github.com/ak1232320/nndl_capstone_2026  —  one notebook RUN_ALL.ipynb (Run All).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LibreOffice/25.8.5.2$Windows_X86_64 LibreOffice_project/9c8b85f387cc00a89945a79c9e6239f32e450ac2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2026-04-28T18:20:01Z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