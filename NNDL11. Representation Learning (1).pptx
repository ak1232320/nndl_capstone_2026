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slideMasters/slideMaster2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4" r:id="rId3"/>
    <p:sldMasterId id="2147483673" r:id="rId4"/>
    <p:sldMasterId id="2147483675" r:id="rId5"/>
    <p:sldMasterId id="2147483677" r:id="rId6"/>
  </p:sldMasterIdLst>
  <p:sldIdLst>
    <p:sldId id="256" r:id="rId7"/>
  </p:sldIdLst>
  <p:sldSz cx="9144000" cy="5143500"/>
  <p:notesSz cx="9144000" cy="5143500"/>
  <p:embeddedFontLst>
    <p:embeddedFont>
      <p:font typeface="Nunito"/>
      <p:regular r:id="rId8"/>
      <p:bold r:id="rId9"/>
      <p:italic r:id="rId10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6.xml"/><Relationship Id="rId4" Type="http://schemas.openxmlformats.org/officeDocument/2006/relationships/slideMaster" Target="slideMasters/slideMaster22.xml"/><Relationship Id="rId5" Type="http://schemas.openxmlformats.org/officeDocument/2006/relationships/slideMaster" Target="slideMasters/slideMaster23.xml"/><Relationship Id="rId6" Type="http://schemas.openxmlformats.org/officeDocument/2006/relationships/slideMaster" Target="slideMasters/slideMaster24.xml"/><Relationship Id="rId7" Type="http://schemas.openxmlformats.org/officeDocument/2006/relationships/slide" Target="slides/slide1.xml"/><Relationship Id="rId8" Type="http://schemas.openxmlformats.org/officeDocument/2006/relationships/font" Target="fonts/Font_1_Nunito_Regular.fntdata"/><Relationship Id="rId9" Type="http://schemas.openxmlformats.org/officeDocument/2006/relationships/font" Target="fonts/Font_2_Nunito_Bold.fntdata"/><Relationship Id="rId10" Type="http://schemas.openxmlformats.org/officeDocument/2006/relationships/font" Target="fonts/Font_3_Nunito_Italic.fntdata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27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233a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7;p27"/>
          <p:cNvSpPr/>
          <p:nvPr/>
        </p:nvSpPr>
        <p:spPr>
          <a:xfrm>
            <a:off x="3582720" y="1550520"/>
            <a:ext cx="5561640" cy="3592440"/>
          </a:xfrm>
          <a:custGeom>
            <a:avLst/>
            <a:gdLst>
              <a:gd name="textAreaLeft" fmla="*/ 0 w 5561640"/>
              <a:gd name="textAreaRight" fmla="*/ 5562000 w 5561640"/>
              <a:gd name="textAreaTop" fmla="*/ 0 h 3592440"/>
              <a:gd name="textAreaBottom" fmla="*/ 3592800 h 3592440"/>
            </a:gdLst>
            <a:ahLst/>
            <a:cxnLst/>
            <a:rect l="textAreaLeft" t="textAreaTop" r="textAreaRight" b="textAreaBottom"/>
            <a:pathLst>
              <a:path w="5561965" h="3592829">
                <a:moveTo>
                  <a:pt x="5561388" y="3592792"/>
                </a:moveTo>
                <a:lnTo>
                  <a:pt x="0" y="3592792"/>
                </a:lnTo>
                <a:lnTo>
                  <a:pt x="5561388" y="0"/>
                </a:lnTo>
                <a:lnTo>
                  <a:pt x="5561388" y="3592792"/>
                </a:lnTo>
                <a:close/>
              </a:path>
            </a:pathLst>
          </a:cu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8;p27"/>
          <p:cNvSpPr/>
          <p:nvPr/>
        </p:nvSpPr>
        <p:spPr>
          <a:xfrm>
            <a:off x="0" y="2824560"/>
            <a:ext cx="7369920" cy="2318760"/>
          </a:xfrm>
          <a:custGeom>
            <a:avLst/>
            <a:gdLst>
              <a:gd name="textAreaLeft" fmla="*/ 0 w 7369920"/>
              <a:gd name="textAreaRight" fmla="*/ 7370280 w 7369920"/>
              <a:gd name="textAreaTop" fmla="*/ 0 h 2318760"/>
              <a:gd name="textAreaBottom" fmla="*/ 2319120 h 2318760"/>
            </a:gdLst>
            <a:ahLst/>
            <a:cxnLst/>
            <a:rect l="textAreaLeft" t="textAreaTop" r="textAreaRight" b="textAreaBottom"/>
            <a:pathLst>
              <a:path w="7370445" h="2319020">
                <a:moveTo>
                  <a:pt x="7370379" y="2318995"/>
                </a:moveTo>
                <a:lnTo>
                  <a:pt x="0" y="2318995"/>
                </a:lnTo>
                <a:lnTo>
                  <a:pt x="0" y="0"/>
                </a:lnTo>
                <a:lnTo>
                  <a:pt x="7370379" y="2318995"/>
                </a:lnTo>
                <a:close/>
              </a:path>
            </a:pathLst>
          </a:custGeom>
          <a:solidFill>
            <a:srgbClr val="c3a1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Google Shape;9;p27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Google Shape;10;p27"/>
          <p:cNvSpPr/>
          <p:nvPr/>
        </p:nvSpPr>
        <p:spPr>
          <a:xfrm>
            <a:off x="203400" y="206280"/>
            <a:ext cx="8737200" cy="4731120"/>
          </a:xfrm>
          <a:custGeom>
            <a:avLst/>
            <a:gdLst>
              <a:gd name="textAreaLeft" fmla="*/ 0 w 8737200"/>
              <a:gd name="textAreaRight" fmla="*/ 8737560 w 8737200"/>
              <a:gd name="textAreaTop" fmla="*/ 0 h 4731120"/>
              <a:gd name="textAreaBottom" fmla="*/ 4731480 h 4731120"/>
            </a:gdLst>
            <a:ahLst/>
            <a:cxnLst/>
            <a:rect l="textAreaLeft" t="textAreaTop" r="textAreaRight" b="textAreaBottom"/>
            <a:pathLst>
              <a:path w="8737600" h="4731385">
                <a:moveTo>
                  <a:pt x="8737482" y="4730990"/>
                </a:moveTo>
                <a:lnTo>
                  <a:pt x="0" y="4730990"/>
                </a:lnTo>
                <a:lnTo>
                  <a:pt x="0" y="0"/>
                </a:lnTo>
                <a:lnTo>
                  <a:pt x="8737482" y="0"/>
                </a:lnTo>
                <a:lnTo>
                  <a:pt x="8737482" y="47309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88720" y="263160"/>
            <a:ext cx="53247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80520" y="999000"/>
            <a:ext cx="3830040" cy="537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1"/>
          </p:nvPr>
        </p:nvSpPr>
        <p:spPr>
          <a:xfrm>
            <a:off x="3108960" y="4783320"/>
            <a:ext cx="292572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2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8663400" y="4645080"/>
            <a:ext cx="240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marL="38160" indent="0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rgbClr val="233a4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38160" indent="0">
              <a:lnSpc>
                <a:spcPct val="100000"/>
              </a:lnSpc>
              <a:buNone/>
              <a:tabLst>
                <a:tab algn="l" pos="0"/>
              </a:tabLst>
            </a:pPr>
            <a:fld id="{A7279A6A-6CFD-480B-99D7-A8D79C344582}" type="slidenum">
              <a:rPr lang="en-US" sz="1000" b="0" u="none" strike="noStrike">
                <a:solidFill>
                  <a:srgbClr val="233a44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6;p27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233a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7;p27"/>
          <p:cNvSpPr/>
          <p:nvPr/>
        </p:nvSpPr>
        <p:spPr>
          <a:xfrm>
            <a:off x="3582720" y="1550520"/>
            <a:ext cx="5561640" cy="3592440"/>
          </a:xfrm>
          <a:custGeom>
            <a:avLst/>
            <a:gdLst>
              <a:gd name="textAreaLeft" fmla="*/ 0 w 5561640"/>
              <a:gd name="textAreaRight" fmla="*/ 5562000 w 5561640"/>
              <a:gd name="textAreaTop" fmla="*/ 0 h 3592440"/>
              <a:gd name="textAreaBottom" fmla="*/ 3592800 h 3592440"/>
            </a:gdLst>
            <a:ahLst/>
            <a:cxnLst/>
            <a:rect l="textAreaLeft" t="textAreaTop" r="textAreaRight" b="textAreaBottom"/>
            <a:pathLst>
              <a:path w="5561965" h="3592829">
                <a:moveTo>
                  <a:pt x="5561388" y="3592792"/>
                </a:moveTo>
                <a:lnTo>
                  <a:pt x="0" y="3592792"/>
                </a:lnTo>
                <a:lnTo>
                  <a:pt x="5561388" y="0"/>
                </a:lnTo>
                <a:lnTo>
                  <a:pt x="5561388" y="3592792"/>
                </a:lnTo>
                <a:close/>
              </a:path>
            </a:pathLst>
          </a:cu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8;p27"/>
          <p:cNvSpPr/>
          <p:nvPr/>
        </p:nvSpPr>
        <p:spPr>
          <a:xfrm>
            <a:off x="0" y="2824560"/>
            <a:ext cx="7369920" cy="2318760"/>
          </a:xfrm>
          <a:custGeom>
            <a:avLst/>
            <a:gdLst>
              <a:gd name="textAreaLeft" fmla="*/ 0 w 7369920"/>
              <a:gd name="textAreaRight" fmla="*/ 7370280 w 7369920"/>
              <a:gd name="textAreaTop" fmla="*/ 0 h 2318760"/>
              <a:gd name="textAreaBottom" fmla="*/ 2319120 h 2318760"/>
            </a:gdLst>
            <a:ahLst/>
            <a:cxnLst/>
            <a:rect l="textAreaLeft" t="textAreaTop" r="textAreaRight" b="textAreaBottom"/>
            <a:pathLst>
              <a:path w="7370445" h="2319020">
                <a:moveTo>
                  <a:pt x="7370379" y="2318995"/>
                </a:moveTo>
                <a:lnTo>
                  <a:pt x="0" y="2318995"/>
                </a:lnTo>
                <a:lnTo>
                  <a:pt x="0" y="0"/>
                </a:lnTo>
                <a:lnTo>
                  <a:pt x="7370379" y="2318995"/>
                </a:lnTo>
                <a:close/>
              </a:path>
            </a:pathLst>
          </a:custGeom>
          <a:solidFill>
            <a:srgbClr val="c3a1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Google Shape;9;p27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Google Shape;10;p27"/>
          <p:cNvSpPr/>
          <p:nvPr/>
        </p:nvSpPr>
        <p:spPr>
          <a:xfrm>
            <a:off x="203400" y="206280"/>
            <a:ext cx="8737200" cy="4731120"/>
          </a:xfrm>
          <a:custGeom>
            <a:avLst/>
            <a:gdLst>
              <a:gd name="textAreaLeft" fmla="*/ 0 w 8737200"/>
              <a:gd name="textAreaRight" fmla="*/ 8737560 w 8737200"/>
              <a:gd name="textAreaTop" fmla="*/ 0 h 4731120"/>
              <a:gd name="textAreaBottom" fmla="*/ 4731480 h 4731120"/>
            </a:gdLst>
            <a:ahLst/>
            <a:cxnLst/>
            <a:rect l="textAreaLeft" t="textAreaTop" r="textAreaRight" b="textAreaBottom"/>
            <a:pathLst>
              <a:path w="8737600" h="4731385">
                <a:moveTo>
                  <a:pt x="8737482" y="4730990"/>
                </a:moveTo>
                <a:lnTo>
                  <a:pt x="0" y="4730990"/>
                </a:lnTo>
                <a:lnTo>
                  <a:pt x="0" y="0"/>
                </a:lnTo>
                <a:lnTo>
                  <a:pt x="8737482" y="0"/>
                </a:lnTo>
                <a:lnTo>
                  <a:pt x="8737482" y="47309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88720" y="263160"/>
            <a:ext cx="53247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4"/>
          </p:nvPr>
        </p:nvSpPr>
        <p:spPr>
          <a:xfrm>
            <a:off x="3108960" y="4783320"/>
            <a:ext cx="292572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5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6"/>
          </p:nvPr>
        </p:nvSpPr>
        <p:spPr>
          <a:xfrm>
            <a:off x="8663400" y="4645080"/>
            <a:ext cx="240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marL="38160" indent="0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rgbClr val="233a4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38160" indent="0">
              <a:lnSpc>
                <a:spcPct val="100000"/>
              </a:lnSpc>
              <a:buNone/>
              <a:tabLst>
                <a:tab algn="l" pos="0"/>
              </a:tabLst>
            </a:pPr>
            <a:fld id="{32E51F65-92B2-4708-8FED-EDC41632A3EE}" type="slidenum">
              <a:rPr lang="en-US" sz="1000" b="0" u="none" strike="noStrike">
                <a:solidFill>
                  <a:srgbClr val="233a44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6;p27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233a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7;p27"/>
          <p:cNvSpPr/>
          <p:nvPr/>
        </p:nvSpPr>
        <p:spPr>
          <a:xfrm>
            <a:off x="3582720" y="1550520"/>
            <a:ext cx="5561640" cy="3592440"/>
          </a:xfrm>
          <a:custGeom>
            <a:avLst/>
            <a:gdLst>
              <a:gd name="textAreaLeft" fmla="*/ 0 w 5561640"/>
              <a:gd name="textAreaRight" fmla="*/ 5562000 w 5561640"/>
              <a:gd name="textAreaTop" fmla="*/ 0 h 3592440"/>
              <a:gd name="textAreaBottom" fmla="*/ 3592800 h 3592440"/>
            </a:gdLst>
            <a:ahLst/>
            <a:cxnLst/>
            <a:rect l="textAreaLeft" t="textAreaTop" r="textAreaRight" b="textAreaBottom"/>
            <a:pathLst>
              <a:path w="5561965" h="3592829">
                <a:moveTo>
                  <a:pt x="5561388" y="3592792"/>
                </a:moveTo>
                <a:lnTo>
                  <a:pt x="0" y="3592792"/>
                </a:lnTo>
                <a:lnTo>
                  <a:pt x="5561388" y="0"/>
                </a:lnTo>
                <a:lnTo>
                  <a:pt x="5561388" y="3592792"/>
                </a:lnTo>
                <a:close/>
              </a:path>
            </a:pathLst>
          </a:cu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8;p27"/>
          <p:cNvSpPr/>
          <p:nvPr/>
        </p:nvSpPr>
        <p:spPr>
          <a:xfrm>
            <a:off x="0" y="2824560"/>
            <a:ext cx="7369920" cy="2318760"/>
          </a:xfrm>
          <a:custGeom>
            <a:avLst/>
            <a:gdLst>
              <a:gd name="textAreaLeft" fmla="*/ 0 w 7369920"/>
              <a:gd name="textAreaRight" fmla="*/ 7370280 w 7369920"/>
              <a:gd name="textAreaTop" fmla="*/ 0 h 2318760"/>
              <a:gd name="textAreaBottom" fmla="*/ 2319120 h 2318760"/>
            </a:gdLst>
            <a:ahLst/>
            <a:cxnLst/>
            <a:rect l="textAreaLeft" t="textAreaTop" r="textAreaRight" b="textAreaBottom"/>
            <a:pathLst>
              <a:path w="7370445" h="2319020">
                <a:moveTo>
                  <a:pt x="7370379" y="2318995"/>
                </a:moveTo>
                <a:lnTo>
                  <a:pt x="0" y="2318995"/>
                </a:lnTo>
                <a:lnTo>
                  <a:pt x="0" y="0"/>
                </a:lnTo>
                <a:lnTo>
                  <a:pt x="7370379" y="2318995"/>
                </a:lnTo>
                <a:close/>
              </a:path>
            </a:pathLst>
          </a:custGeom>
          <a:solidFill>
            <a:srgbClr val="c3a1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Google Shape;9;p27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Google Shape;10;p27"/>
          <p:cNvSpPr/>
          <p:nvPr/>
        </p:nvSpPr>
        <p:spPr>
          <a:xfrm>
            <a:off x="203400" y="206280"/>
            <a:ext cx="8737200" cy="4731120"/>
          </a:xfrm>
          <a:custGeom>
            <a:avLst/>
            <a:gdLst>
              <a:gd name="textAreaLeft" fmla="*/ 0 w 8737200"/>
              <a:gd name="textAreaRight" fmla="*/ 8737560 w 8737200"/>
              <a:gd name="textAreaTop" fmla="*/ 0 h 4731120"/>
              <a:gd name="textAreaBottom" fmla="*/ 4731480 h 4731120"/>
            </a:gdLst>
            <a:ahLst/>
            <a:cxnLst/>
            <a:rect l="textAreaLeft" t="textAreaTop" r="textAreaRight" b="textAreaBottom"/>
            <a:pathLst>
              <a:path w="8737600" h="4731385">
                <a:moveTo>
                  <a:pt x="8737482" y="4730990"/>
                </a:moveTo>
                <a:lnTo>
                  <a:pt x="0" y="4730990"/>
                </a:lnTo>
                <a:lnTo>
                  <a:pt x="0" y="0"/>
                </a:lnTo>
                <a:lnTo>
                  <a:pt x="8737482" y="0"/>
                </a:lnTo>
                <a:lnTo>
                  <a:pt x="8737482" y="47309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59200" y="255960"/>
            <a:ext cx="2080080" cy="228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ftr" idx="7"/>
          </p:nvPr>
        </p:nvSpPr>
        <p:spPr>
          <a:xfrm>
            <a:off x="3108960" y="4783320"/>
            <a:ext cx="292572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8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9"/>
          </p:nvPr>
        </p:nvSpPr>
        <p:spPr>
          <a:xfrm>
            <a:off x="8663400" y="4645080"/>
            <a:ext cx="240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marL="38160" indent="0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rgbClr val="233a4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38160" indent="0">
              <a:lnSpc>
                <a:spcPct val="100000"/>
              </a:lnSpc>
              <a:buNone/>
              <a:tabLst>
                <a:tab algn="l" pos="0"/>
              </a:tabLst>
            </a:pPr>
            <a:fld id="{2A611B8E-0CEC-4B9E-AD8D-664199EA468A}" type="slidenum">
              <a:rPr lang="en-US" sz="1000" b="0" u="none" strike="noStrike">
                <a:solidFill>
                  <a:srgbClr val="233a44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6;p27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233a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7;p27"/>
          <p:cNvSpPr/>
          <p:nvPr/>
        </p:nvSpPr>
        <p:spPr>
          <a:xfrm>
            <a:off x="3582720" y="1550520"/>
            <a:ext cx="5561640" cy="3592440"/>
          </a:xfrm>
          <a:custGeom>
            <a:avLst/>
            <a:gdLst>
              <a:gd name="textAreaLeft" fmla="*/ 0 w 5561640"/>
              <a:gd name="textAreaRight" fmla="*/ 5562000 w 5561640"/>
              <a:gd name="textAreaTop" fmla="*/ 0 h 3592440"/>
              <a:gd name="textAreaBottom" fmla="*/ 3592800 h 3592440"/>
            </a:gdLst>
            <a:ahLst/>
            <a:cxnLst/>
            <a:rect l="textAreaLeft" t="textAreaTop" r="textAreaRight" b="textAreaBottom"/>
            <a:pathLst>
              <a:path w="5561965" h="3592829">
                <a:moveTo>
                  <a:pt x="5561388" y="3592792"/>
                </a:moveTo>
                <a:lnTo>
                  <a:pt x="0" y="3592792"/>
                </a:lnTo>
                <a:lnTo>
                  <a:pt x="5561388" y="0"/>
                </a:lnTo>
                <a:lnTo>
                  <a:pt x="5561388" y="3592792"/>
                </a:lnTo>
                <a:close/>
              </a:path>
            </a:pathLst>
          </a:cu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8;p27"/>
          <p:cNvSpPr/>
          <p:nvPr/>
        </p:nvSpPr>
        <p:spPr>
          <a:xfrm>
            <a:off x="0" y="2824560"/>
            <a:ext cx="7369920" cy="2318760"/>
          </a:xfrm>
          <a:custGeom>
            <a:avLst/>
            <a:gdLst>
              <a:gd name="textAreaLeft" fmla="*/ 0 w 7369920"/>
              <a:gd name="textAreaRight" fmla="*/ 7370280 w 7369920"/>
              <a:gd name="textAreaTop" fmla="*/ 0 h 2318760"/>
              <a:gd name="textAreaBottom" fmla="*/ 2319120 h 2318760"/>
            </a:gdLst>
            <a:ahLst/>
            <a:cxnLst/>
            <a:rect l="textAreaLeft" t="textAreaTop" r="textAreaRight" b="textAreaBottom"/>
            <a:pathLst>
              <a:path w="7370445" h="2319020">
                <a:moveTo>
                  <a:pt x="7370379" y="2318995"/>
                </a:moveTo>
                <a:lnTo>
                  <a:pt x="0" y="2318995"/>
                </a:lnTo>
                <a:lnTo>
                  <a:pt x="0" y="0"/>
                </a:lnTo>
                <a:lnTo>
                  <a:pt x="7370379" y="2318995"/>
                </a:lnTo>
                <a:close/>
              </a:path>
            </a:pathLst>
          </a:custGeom>
          <a:solidFill>
            <a:srgbClr val="c3a1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Google Shape;9;p27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Google Shape;10;p27"/>
          <p:cNvSpPr/>
          <p:nvPr/>
        </p:nvSpPr>
        <p:spPr>
          <a:xfrm>
            <a:off x="203400" y="206280"/>
            <a:ext cx="8737200" cy="4731120"/>
          </a:xfrm>
          <a:custGeom>
            <a:avLst/>
            <a:gdLst>
              <a:gd name="textAreaLeft" fmla="*/ 0 w 8737200"/>
              <a:gd name="textAreaRight" fmla="*/ 8737560 w 8737200"/>
              <a:gd name="textAreaTop" fmla="*/ 0 h 4731120"/>
              <a:gd name="textAreaBottom" fmla="*/ 4731480 h 4731120"/>
            </a:gdLst>
            <a:ahLst/>
            <a:cxnLst/>
            <a:rect l="textAreaLeft" t="textAreaTop" r="textAreaRight" b="textAreaBottom"/>
            <a:pathLst>
              <a:path w="8737600" h="4731385">
                <a:moveTo>
                  <a:pt x="8737482" y="4730990"/>
                </a:moveTo>
                <a:lnTo>
                  <a:pt x="0" y="4730990"/>
                </a:lnTo>
                <a:lnTo>
                  <a:pt x="0" y="0"/>
                </a:lnTo>
                <a:lnTo>
                  <a:pt x="8737482" y="0"/>
                </a:lnTo>
                <a:lnTo>
                  <a:pt x="8737482" y="47309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ftr" idx="10"/>
          </p:nvPr>
        </p:nvSpPr>
        <p:spPr>
          <a:xfrm>
            <a:off x="3108960" y="4783320"/>
            <a:ext cx="292572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1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12"/>
          </p:nvPr>
        </p:nvSpPr>
        <p:spPr>
          <a:xfrm>
            <a:off x="8663400" y="4645080"/>
            <a:ext cx="240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marL="38160" indent="0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rgbClr val="233a4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38160" indent="0">
              <a:lnSpc>
                <a:spcPct val="100000"/>
              </a:lnSpc>
              <a:buNone/>
              <a:tabLst>
                <a:tab algn="l" pos="0"/>
              </a:tabLst>
            </a:pPr>
            <a:fld id="{475FAE79-F505-42B2-8872-37B3E5E30678}" type="slidenum">
              <a:rPr lang="en-US" sz="1000" b="0" u="none" strike="noStrike">
                <a:solidFill>
                  <a:srgbClr val="233a44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6;p27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233a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7;p27"/>
          <p:cNvSpPr/>
          <p:nvPr/>
        </p:nvSpPr>
        <p:spPr>
          <a:xfrm>
            <a:off x="3582720" y="1550520"/>
            <a:ext cx="5561640" cy="3592440"/>
          </a:xfrm>
          <a:custGeom>
            <a:avLst/>
            <a:gdLst>
              <a:gd name="textAreaLeft" fmla="*/ 0 w 5561640"/>
              <a:gd name="textAreaRight" fmla="*/ 5562000 w 5561640"/>
              <a:gd name="textAreaTop" fmla="*/ 0 h 3592440"/>
              <a:gd name="textAreaBottom" fmla="*/ 3592800 h 3592440"/>
            </a:gdLst>
            <a:ahLst/>
            <a:cxnLst/>
            <a:rect l="textAreaLeft" t="textAreaTop" r="textAreaRight" b="textAreaBottom"/>
            <a:pathLst>
              <a:path w="5561965" h="3592829">
                <a:moveTo>
                  <a:pt x="5561388" y="3592792"/>
                </a:moveTo>
                <a:lnTo>
                  <a:pt x="0" y="3592792"/>
                </a:lnTo>
                <a:lnTo>
                  <a:pt x="5561388" y="0"/>
                </a:lnTo>
                <a:lnTo>
                  <a:pt x="5561388" y="3592792"/>
                </a:lnTo>
                <a:close/>
              </a:path>
            </a:pathLst>
          </a:cu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8;p27"/>
          <p:cNvSpPr/>
          <p:nvPr/>
        </p:nvSpPr>
        <p:spPr>
          <a:xfrm>
            <a:off x="0" y="2824560"/>
            <a:ext cx="7369920" cy="2318760"/>
          </a:xfrm>
          <a:custGeom>
            <a:avLst/>
            <a:gdLst>
              <a:gd name="textAreaLeft" fmla="*/ 0 w 7369920"/>
              <a:gd name="textAreaRight" fmla="*/ 7370280 w 7369920"/>
              <a:gd name="textAreaTop" fmla="*/ 0 h 2318760"/>
              <a:gd name="textAreaBottom" fmla="*/ 2319120 h 2318760"/>
            </a:gdLst>
            <a:ahLst/>
            <a:cxnLst/>
            <a:rect l="textAreaLeft" t="textAreaTop" r="textAreaRight" b="textAreaBottom"/>
            <a:pathLst>
              <a:path w="7370445" h="2319020">
                <a:moveTo>
                  <a:pt x="7370379" y="2318995"/>
                </a:moveTo>
                <a:lnTo>
                  <a:pt x="0" y="2318995"/>
                </a:lnTo>
                <a:lnTo>
                  <a:pt x="0" y="0"/>
                </a:lnTo>
                <a:lnTo>
                  <a:pt x="7370379" y="2318995"/>
                </a:lnTo>
                <a:close/>
              </a:path>
            </a:pathLst>
          </a:custGeom>
          <a:solidFill>
            <a:srgbClr val="c3a1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Google Shape;9;p27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Google Shape;10;p27"/>
          <p:cNvSpPr/>
          <p:nvPr/>
        </p:nvSpPr>
        <p:spPr>
          <a:xfrm>
            <a:off x="203400" y="206280"/>
            <a:ext cx="8737200" cy="4731120"/>
          </a:xfrm>
          <a:custGeom>
            <a:avLst/>
            <a:gdLst>
              <a:gd name="textAreaLeft" fmla="*/ 0 w 8737200"/>
              <a:gd name="textAreaRight" fmla="*/ 8737560 w 8737200"/>
              <a:gd name="textAreaTop" fmla="*/ 0 h 4731120"/>
              <a:gd name="textAreaBottom" fmla="*/ 4731480 h 4731120"/>
            </a:gdLst>
            <a:ahLst/>
            <a:cxnLst/>
            <a:rect l="textAreaLeft" t="textAreaTop" r="textAreaRight" b="textAreaBottom"/>
            <a:pathLst>
              <a:path w="8737600" h="4731385">
                <a:moveTo>
                  <a:pt x="8737482" y="4730990"/>
                </a:moveTo>
                <a:lnTo>
                  <a:pt x="0" y="4730990"/>
                </a:lnTo>
                <a:lnTo>
                  <a:pt x="0" y="0"/>
                </a:lnTo>
                <a:lnTo>
                  <a:pt x="8737482" y="0"/>
                </a:lnTo>
                <a:lnTo>
                  <a:pt x="8737482" y="47309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88720" y="263160"/>
            <a:ext cx="53247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182960"/>
            <a:ext cx="3977280" cy="482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709160" y="1182960"/>
            <a:ext cx="3977280" cy="482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13"/>
          </p:nvPr>
        </p:nvSpPr>
        <p:spPr>
          <a:xfrm>
            <a:off x="3108960" y="4783320"/>
            <a:ext cx="292572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14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15"/>
          </p:nvPr>
        </p:nvSpPr>
        <p:spPr>
          <a:xfrm>
            <a:off x="8663400" y="4645080"/>
            <a:ext cx="240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marL="38160" indent="0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rgbClr val="233a4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38160" indent="0">
              <a:lnSpc>
                <a:spcPct val="100000"/>
              </a:lnSpc>
              <a:buNone/>
              <a:tabLst>
                <a:tab algn="l" pos="0"/>
              </a:tabLst>
            </a:pPr>
            <a:fld id="{26B06CF6-1C3F-4112-B24C-7ED6AC7A832D}" type="slidenum">
              <a:rPr lang="en-US" sz="1000" b="0" u="none" strike="noStrike">
                <a:solidFill>
                  <a:srgbClr val="233a44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imple-light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15640" y="182880"/>
            <a:ext cx="64821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11200" y="1139400"/>
            <a:ext cx="410364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16"/>
          </p:nvPr>
        </p:nvSpPr>
        <p:spPr>
          <a:xfrm>
            <a:off x="3108960" y="4783320"/>
            <a:ext cx="292572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17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18"/>
          </p:nvPr>
        </p:nvSpPr>
        <p:spPr>
          <a:xfrm>
            <a:off x="8663400" y="4645080"/>
            <a:ext cx="240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marL="113760"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113760" indent="0" algn="r">
              <a:lnSpc>
                <a:spcPct val="100000"/>
              </a:lnSpc>
              <a:buNone/>
              <a:tabLst>
                <a:tab algn="l" pos="0"/>
              </a:tabLst>
            </a:pPr>
            <a:fld id="{35310087-1AAD-41C3-B9B6-D578C6D82017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C0A495-D828-4FA5-9E89-A336FF9CDBE3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lang="ru-RU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ru-RU" sz="1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270594-80FD-4319-9BDE-4681700E1E1B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0DD0E7-B236-4C80-AEFD-D96EDE19BCC8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96;g3d504623daf_0_519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339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97;g3d504623daf_0_519"/>
          <p:cNvSpPr/>
          <p:nvPr/>
        </p:nvSpPr>
        <p:spPr>
          <a:xfrm>
            <a:off x="3582720" y="1550880"/>
            <a:ext cx="5561640" cy="3592440"/>
          </a:xfrm>
          <a:custGeom>
            <a:avLst/>
            <a:gdLst>
              <a:gd name="textAreaLeft" fmla="*/ 0 w 5561640"/>
              <a:gd name="textAreaRight" fmla="*/ 5562000 w 5561640"/>
              <a:gd name="textAreaTop" fmla="*/ 0 h 3592440"/>
              <a:gd name="textAreaBottom" fmla="*/ 3592800 h 3592440"/>
            </a:gdLst>
            <a:ahLst/>
            <a:cxnLst/>
            <a:rect l="textAreaLeft" t="textAreaTop" r="textAreaRight" b="textAreaBottom"/>
            <a:pathLst>
              <a:path w="5561965" h="3592829">
                <a:moveTo>
                  <a:pt x="5561399" y="3592799"/>
                </a:moveTo>
                <a:lnTo>
                  <a:pt x="0" y="3592799"/>
                </a:lnTo>
                <a:lnTo>
                  <a:pt x="5561399" y="0"/>
                </a:lnTo>
                <a:lnTo>
                  <a:pt x="5561399" y="3592799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98;g3d504623daf_0_519"/>
          <p:cNvSpPr/>
          <p:nvPr/>
        </p:nvSpPr>
        <p:spPr>
          <a:xfrm>
            <a:off x="0" y="2824560"/>
            <a:ext cx="7369920" cy="2318760"/>
          </a:xfrm>
          <a:custGeom>
            <a:avLst/>
            <a:gdLst>
              <a:gd name="textAreaLeft" fmla="*/ 0 w 7369920"/>
              <a:gd name="textAreaRight" fmla="*/ 7370280 w 7369920"/>
              <a:gd name="textAreaTop" fmla="*/ 0 h 2318760"/>
              <a:gd name="textAreaBottom" fmla="*/ 2319120 h 2318760"/>
            </a:gdLst>
            <a:ahLst/>
            <a:cxnLst/>
            <a:rect l="textAreaLeft" t="textAreaTop" r="textAreaRight" b="textAreaBottom"/>
            <a:pathLst>
              <a:path w="7370445" h="2319020">
                <a:moveTo>
                  <a:pt x="7370399" y="2318999"/>
                </a:moveTo>
                <a:lnTo>
                  <a:pt x="0" y="2318999"/>
                </a:lnTo>
                <a:lnTo>
                  <a:pt x="0" y="0"/>
                </a:lnTo>
                <a:lnTo>
                  <a:pt x="7370399" y="2318999"/>
                </a:lnTo>
                <a:close/>
              </a:path>
            </a:pathLst>
          </a:custGeom>
          <a:solidFill>
            <a:srgbClr val="c4a1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Google Shape;99;g3d504623daf_0_51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ftr" idx="22"/>
          </p:nvPr>
        </p:nvSpPr>
        <p:spPr>
          <a:xfrm>
            <a:off x="3108960" y="4783320"/>
            <a:ext cx="292572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dt" idx="23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24"/>
          </p:nvPr>
        </p:nvSpPr>
        <p:spPr>
          <a:xfrm>
            <a:off x="8663400" y="4645080"/>
            <a:ext cx="240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marL="113760"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113760" indent="0" algn="r">
              <a:lnSpc>
                <a:spcPct val="100000"/>
              </a:lnSpc>
              <a:buNone/>
              <a:tabLst>
                <a:tab algn="l" pos="0"/>
              </a:tabLst>
            </a:pPr>
            <a:fld id="{E076D9FB-2263-4373-8B1F-424B6DAF761A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15640" y="182880"/>
            <a:ext cx="64821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25"/>
          </p:nvPr>
        </p:nvSpPr>
        <p:spPr>
          <a:xfrm>
            <a:off x="3108960" y="4783320"/>
            <a:ext cx="292572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26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sldNum" idx="27"/>
          </p:nvPr>
        </p:nvSpPr>
        <p:spPr>
          <a:xfrm>
            <a:off x="8663400" y="4645080"/>
            <a:ext cx="240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marL="113760"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113760" indent="0" algn="r">
              <a:lnSpc>
                <a:spcPct val="100000"/>
              </a:lnSpc>
              <a:buNone/>
              <a:tabLst>
                <a:tab algn="l" pos="0"/>
              </a:tabLst>
            </a:pPr>
            <a:fld id="{03AA6663-3296-45E4-B04B-A803391060B9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15640" y="182880"/>
            <a:ext cx="64821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182960"/>
            <a:ext cx="3977280" cy="482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709160" y="1182960"/>
            <a:ext cx="3977280" cy="482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ftr" idx="28"/>
          </p:nvPr>
        </p:nvSpPr>
        <p:spPr>
          <a:xfrm>
            <a:off x="3108960" y="4783320"/>
            <a:ext cx="292572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dt" idx="29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0"/>
          </p:nvPr>
        </p:nvSpPr>
        <p:spPr>
          <a:xfrm>
            <a:off x="8663400" y="4645080"/>
            <a:ext cx="240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marL="113760"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113760" indent="0" algn="r">
              <a:lnSpc>
                <a:spcPct val="100000"/>
              </a:lnSpc>
              <a:buNone/>
              <a:tabLst>
                <a:tab algn="l" pos="0"/>
              </a:tabLst>
            </a:pPr>
            <a:fld id="{36A053E2-E67B-4423-9E88-1E6DB59EDE5A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281520" y="270720"/>
            <a:ext cx="499644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ftr" idx="31"/>
          </p:nvPr>
        </p:nvSpPr>
        <p:spPr>
          <a:xfrm>
            <a:off x="3108960" y="4783320"/>
            <a:ext cx="292572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32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sldNum" idx="33"/>
          </p:nvPr>
        </p:nvSpPr>
        <p:spPr>
          <a:xfrm>
            <a:off x="8663400" y="4645080"/>
            <a:ext cx="240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marL="113760"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113760" indent="0" algn="r">
              <a:lnSpc>
                <a:spcPct val="100000"/>
              </a:lnSpc>
              <a:buNone/>
              <a:tabLst>
                <a:tab algn="l" pos="0"/>
              </a:tabLst>
            </a:pPr>
            <a:fld id="{312BCF20-B858-42F2-9052-A1BA422B8D4A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3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7452F9-9C3A-43A9-A09F-9E6057A2FD01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3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5704D3-927E-4BF9-938E-2F8A0E2166B2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3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E5EA26-94B4-47F4-87E9-126C9AE68AC0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9999"/>
          </a:bodyPr>
          <a:p>
            <a:pPr indent="0">
              <a:buNone/>
            </a:pPr>
            <a:r>
              <a:rPr lang="ru-RU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ldNum" idx="3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5ADE10-FF4F-4367-87F6-0E488B1112AF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77500" lnSpcReduction="19999"/>
          </a:bodyPr>
          <a:p>
            <a:pPr indent="0">
              <a:buNone/>
            </a:pP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3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6B99C5-A308-4A20-BC2F-74D43FDDCC09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sldNum" idx="3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DA8432-BB44-4CA9-8683-41E4D29078B3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ldNum" idx="4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FF5F88-04B5-4EF4-9346-3C8C7A391FD5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62500" lnSpcReduction="19999"/>
          </a:bodyPr>
          <a:p>
            <a:pPr indent="0"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4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FCDC82-E7A4-4BDD-BF91-578F4013D786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4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FF5760-3AD4-4C49-83AD-8BE934B16FEC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81;g3d504623daf_0_498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7500" lnSpcReduction="19999"/>
          </a:bodyPr>
          <a:p>
            <a:pPr indent="0">
              <a:buNone/>
            </a:pPr>
            <a:r>
              <a:rPr lang="ru-RU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4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6C156B-7D86-47C8-A2D6-610B35C0A381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h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6B9515BC-1B3B-4568-A9D1-2990FD76C686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DF2ED9CA-3D7A-4F94-97F1-E89E282818D8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5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Num" idx="46"/>
          </p:nvPr>
        </p:nvSpPr>
        <p:spPr>
          <a:xfrm>
            <a:off x="8390880" y="454356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FDA62C-6167-498D-AB60-F017D9695B42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6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288720" y="263160"/>
            <a:ext cx="53247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380520" y="999000"/>
            <a:ext cx="3830040" cy="30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ftr" idx="47"/>
          </p:nvPr>
        </p:nvSpPr>
        <p:spPr>
          <a:xfrm>
            <a:off x="3108960" y="4783320"/>
            <a:ext cx="292572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dt" idx="48"/>
          </p:nvPr>
        </p:nvSpPr>
        <p:spPr>
          <a:xfrm>
            <a:off x="457200" y="4783320"/>
            <a:ext cx="2102760" cy="2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sldNum" idx="49"/>
          </p:nvPr>
        </p:nvSpPr>
        <p:spPr>
          <a:xfrm>
            <a:off x="8663400" y="4645080"/>
            <a:ext cx="240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marL="38160" indent="0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marL="38160" indent="0">
              <a:lnSpc>
                <a:spcPct val="100000"/>
              </a:lnSpc>
              <a:buNone/>
              <a:tabLst>
                <a:tab algn="l" pos="0"/>
              </a:tabLst>
            </a:pPr>
            <a:fld id="{FE69DCEC-FF50-4E48-B440-BA2C227B5191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7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4;g3e4a81a69ab_1_215"/>
          <p:cNvSpPr/>
          <p:nvPr/>
        </p:nvSpPr>
        <p:spPr>
          <a:xfrm flipH="1">
            <a:off x="4756320" y="2309400"/>
            <a:ext cx="4386600" cy="2833920"/>
          </a:xfrm>
          <a:prstGeom prst="rtTriangle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" name="Google Shape;155;g3e4a81a69ab_1_215"/>
          <p:cNvGrpSpPr/>
          <p:nvPr/>
        </p:nvGrpSpPr>
        <p:grpSpPr>
          <a:xfrm>
            <a:off x="5594040" y="3961080"/>
            <a:ext cx="2909880" cy="1181880"/>
            <a:chOff x="5594040" y="3961080"/>
            <a:chExt cx="2909880" cy="1181880"/>
          </a:xfrm>
        </p:grpSpPr>
        <p:sp>
          <p:nvSpPr>
            <p:cNvPr id="157" name="Google Shape;156;g3e4a81a69ab_1_215"/>
            <p:cNvSpPr/>
            <p:nvPr/>
          </p:nvSpPr>
          <p:spPr>
            <a:xfrm>
              <a:off x="6540480" y="3961080"/>
              <a:ext cx="1963440" cy="118188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Google Shape;157;g3e4a81a69ab_1_215"/>
            <p:cNvSpPr/>
            <p:nvPr/>
          </p:nvSpPr>
          <p:spPr>
            <a:xfrm>
              <a:off x="6067440" y="3961080"/>
              <a:ext cx="1963440" cy="118188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Google Shape;158;g3e4a81a69ab_1_215"/>
            <p:cNvSpPr/>
            <p:nvPr/>
          </p:nvSpPr>
          <p:spPr>
            <a:xfrm>
              <a:off x="5594040" y="3961080"/>
              <a:ext cx="1963440" cy="118188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0" name="Google Shape;159;g3e4a81a69ab_1_215"/>
          <p:cNvGrpSpPr/>
          <p:nvPr/>
        </p:nvGrpSpPr>
        <p:grpSpPr>
          <a:xfrm>
            <a:off x="199080" y="0"/>
            <a:ext cx="2795040" cy="1082880"/>
            <a:chOff x="199080" y="0"/>
            <a:chExt cx="2795040" cy="1082880"/>
          </a:xfrm>
        </p:grpSpPr>
        <p:sp>
          <p:nvSpPr>
            <p:cNvPr id="161" name="Google Shape;160;g3e4a81a69ab_1_215"/>
            <p:cNvSpPr/>
            <p:nvPr/>
          </p:nvSpPr>
          <p:spPr>
            <a:xfrm>
              <a:off x="1108080" y="0"/>
              <a:ext cx="1886040" cy="108288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Google Shape;161;g3e4a81a69ab_1_215"/>
            <p:cNvSpPr/>
            <p:nvPr/>
          </p:nvSpPr>
          <p:spPr>
            <a:xfrm>
              <a:off x="653760" y="0"/>
              <a:ext cx="1886040" cy="108288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Google Shape;162;g3e4a81a69ab_1_215"/>
            <p:cNvSpPr/>
            <p:nvPr/>
          </p:nvSpPr>
          <p:spPr>
            <a:xfrm>
              <a:off x="199080" y="0"/>
              <a:ext cx="1886040" cy="108288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888560" y="1746000"/>
            <a:ext cx="5377320" cy="16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ldNum" idx="50"/>
          </p:nvPr>
        </p:nvSpPr>
        <p:spPr>
          <a:xfrm>
            <a:off x="8390880" y="454356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3128D2-38F4-49FD-976D-17E0D75F5C1D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8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4a81a69ab_1_227"/>
          <p:cNvSpPr/>
          <p:nvPr/>
        </p:nvSpPr>
        <p:spPr>
          <a:xfrm flipH="1">
            <a:off x="3582000" y="1550880"/>
            <a:ext cx="5560920" cy="3592440"/>
          </a:xfrm>
          <a:prstGeom prst="rtTriangle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167;g3e4a81a69ab_1_227"/>
          <p:cNvSpPr/>
          <p:nvPr/>
        </p:nvSpPr>
        <p:spPr>
          <a:xfrm>
            <a:off x="0" y="2824560"/>
            <a:ext cx="7369920" cy="2318760"/>
          </a:xfrm>
          <a:prstGeom prst="rtTriangl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168;g3e4a81a69ab_1_227"/>
          <p:cNvSpPr/>
          <p:nvPr/>
        </p:nvSpPr>
        <p:spPr>
          <a:xfrm>
            <a:off x="203400" y="206280"/>
            <a:ext cx="8737200" cy="4730760"/>
          </a:xfrm>
          <a:prstGeom prst="rect">
            <a:avLst/>
          </a:prstGeom>
          <a:solidFill>
            <a:schemeClr val="dk1"/>
          </a:solidFill>
          <a:ln w="0">
            <a:noFill/>
          </a:ln>
          <a:effectLst>
            <a:outerShdw algn="ctr" blurRad="228600" rotWithShape="0" sx="101000" sy="101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19000" y="845640"/>
            <a:ext cx="7505280" cy="95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819000" y="1990800"/>
            <a:ext cx="7505280" cy="244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51"/>
          </p:nvPr>
        </p:nvSpPr>
        <p:spPr>
          <a:xfrm>
            <a:off x="8390880" y="454356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DC464D-709B-4E77-920F-E955FD830A97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&lt;номер&gt;</a:t>
            </a:fld>
            <a:endParaRPr lang="ru-RU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9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3;g3e4a81a69ab_1_234"/>
          <p:cNvSpPr/>
          <p:nvPr/>
        </p:nvSpPr>
        <p:spPr>
          <a:xfrm flipH="1">
            <a:off x="3582000" y="1550880"/>
            <a:ext cx="5560920" cy="3592440"/>
          </a:xfrm>
          <a:prstGeom prst="rtTriangle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174;g3e4a81a69ab_1_234"/>
          <p:cNvSpPr/>
          <p:nvPr/>
        </p:nvSpPr>
        <p:spPr>
          <a:xfrm>
            <a:off x="0" y="2824560"/>
            <a:ext cx="7369920" cy="2318760"/>
          </a:xfrm>
          <a:prstGeom prst="rtTriangl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175;g3e4a81a69ab_1_234"/>
          <p:cNvSpPr/>
          <p:nvPr/>
        </p:nvSpPr>
        <p:spPr>
          <a:xfrm>
            <a:off x="203400" y="206280"/>
            <a:ext cx="8737200" cy="4730760"/>
          </a:xfrm>
          <a:prstGeom prst="rect">
            <a:avLst/>
          </a:prstGeom>
          <a:solidFill>
            <a:schemeClr val="dk1"/>
          </a:solidFill>
          <a:ln w="0">
            <a:noFill/>
          </a:ln>
          <a:effectLst>
            <a:outerShdw algn="ctr" blurRad="228600" rotWithShape="0" sx="101000" sy="101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19000" y="845640"/>
            <a:ext cx="7505280" cy="95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819000" y="1990800"/>
            <a:ext cx="3685680" cy="244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638600" y="1990800"/>
            <a:ext cx="3685680" cy="244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sldNum" idx="52"/>
          </p:nvPr>
        </p:nvSpPr>
        <p:spPr>
          <a:xfrm>
            <a:off x="8390880" y="454356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AE1204-5CE0-499D-9C65-01A7EFB5148D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&lt;номер&gt;</a:t>
            </a:fld>
            <a:endParaRPr lang="ru-RU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0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81;g3e4a81a69ab_1_242"/>
          <p:cNvSpPr/>
          <p:nvPr/>
        </p:nvSpPr>
        <p:spPr>
          <a:xfrm flipH="1">
            <a:off x="3582000" y="1550880"/>
            <a:ext cx="5560920" cy="3592440"/>
          </a:xfrm>
          <a:prstGeom prst="rtTriangle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182;g3e4a81a69ab_1_242"/>
          <p:cNvSpPr/>
          <p:nvPr/>
        </p:nvSpPr>
        <p:spPr>
          <a:xfrm>
            <a:off x="0" y="2824560"/>
            <a:ext cx="7369920" cy="2318760"/>
          </a:xfrm>
          <a:prstGeom prst="rtTriangl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183;g3e4a81a69ab_1_242"/>
          <p:cNvSpPr/>
          <p:nvPr/>
        </p:nvSpPr>
        <p:spPr>
          <a:xfrm>
            <a:off x="203400" y="206280"/>
            <a:ext cx="8737200" cy="4730760"/>
          </a:xfrm>
          <a:prstGeom prst="rect">
            <a:avLst/>
          </a:prstGeom>
          <a:solidFill>
            <a:schemeClr val="dk1"/>
          </a:solidFill>
          <a:ln w="0">
            <a:noFill/>
          </a:ln>
          <a:effectLst>
            <a:outerShdw algn="ctr" blurRad="228600" rotWithShape="0" sx="101000" sy="101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19000" y="845640"/>
            <a:ext cx="7505280" cy="95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ldNum" idx="53"/>
          </p:nvPr>
        </p:nvSpPr>
        <p:spPr>
          <a:xfrm>
            <a:off x="8390880" y="454356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226890-6CEB-4DC9-A36E-47EE64069021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&lt;номер&gt;</a:t>
            </a:fld>
            <a:endParaRPr lang="ru-RU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1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7;g3e4a81a69ab_1_248"/>
          <p:cNvSpPr/>
          <p:nvPr/>
        </p:nvSpPr>
        <p:spPr>
          <a:xfrm flipH="1">
            <a:off x="3582000" y="1550880"/>
            <a:ext cx="5560920" cy="3592440"/>
          </a:xfrm>
          <a:prstGeom prst="rtTriangle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188;g3e4a81a69ab_1_248"/>
          <p:cNvSpPr/>
          <p:nvPr/>
        </p:nvSpPr>
        <p:spPr>
          <a:xfrm>
            <a:off x="0" y="2824560"/>
            <a:ext cx="7369920" cy="2318760"/>
          </a:xfrm>
          <a:prstGeom prst="rtTriangl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189;g3e4a81a69ab_1_248"/>
          <p:cNvSpPr/>
          <p:nvPr/>
        </p:nvSpPr>
        <p:spPr>
          <a:xfrm>
            <a:off x="203400" y="206280"/>
            <a:ext cx="8737200" cy="4730760"/>
          </a:xfrm>
          <a:prstGeom prst="rect">
            <a:avLst/>
          </a:prstGeom>
          <a:solidFill>
            <a:schemeClr val="dk1"/>
          </a:solidFill>
          <a:ln w="0">
            <a:noFill/>
          </a:ln>
          <a:effectLst>
            <a:outerShdw algn="ctr" blurRad="228600" rotWithShape="0" sx="101000" sy="101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19000" y="845640"/>
            <a:ext cx="3708720" cy="138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830880" y="2319120"/>
            <a:ext cx="3708720" cy="211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54"/>
          </p:nvPr>
        </p:nvSpPr>
        <p:spPr>
          <a:xfrm>
            <a:off x="8390880" y="454356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C9E3E1-9C9B-4C38-AA07-D1F83C9189F6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2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4;g3e4a81a69ab_1_255"/>
          <p:cNvSpPr/>
          <p:nvPr/>
        </p:nvSpPr>
        <p:spPr>
          <a:xfrm>
            <a:off x="0" y="2823120"/>
            <a:ext cx="7368840" cy="2316600"/>
          </a:xfrm>
          <a:prstGeom prst="rtTriangle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195;g3e4a81a69ab_1_255"/>
          <p:cNvSpPr/>
          <p:nvPr/>
        </p:nvSpPr>
        <p:spPr>
          <a:xfrm flipH="1">
            <a:off x="3582360" y="1554120"/>
            <a:ext cx="5560200" cy="3589200"/>
          </a:xfrm>
          <a:prstGeom prst="rtTriangle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2" name="Google Shape;196;g3e4a81a69ab_1_255"/>
          <p:cNvGrpSpPr/>
          <p:nvPr/>
        </p:nvGrpSpPr>
        <p:grpSpPr>
          <a:xfrm>
            <a:off x="255960" y="0"/>
            <a:ext cx="2251080" cy="1042920"/>
            <a:chOff x="255960" y="0"/>
            <a:chExt cx="2251080" cy="1042920"/>
          </a:xfrm>
        </p:grpSpPr>
        <p:sp>
          <p:nvSpPr>
            <p:cNvPr id="193" name="Google Shape;197;g3e4a81a69ab_1_255"/>
            <p:cNvSpPr/>
            <p:nvPr/>
          </p:nvSpPr>
          <p:spPr>
            <a:xfrm>
              <a:off x="766080" y="0"/>
              <a:ext cx="1740960" cy="104292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198;g3e4a81a69ab_1_255"/>
            <p:cNvSpPr/>
            <p:nvPr/>
          </p:nvSpPr>
          <p:spPr>
            <a:xfrm>
              <a:off x="511200" y="0"/>
              <a:ext cx="1740960" cy="104292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oogle Shape;199;g3e4a81a69ab_1_255"/>
            <p:cNvSpPr/>
            <p:nvPr/>
          </p:nvSpPr>
          <p:spPr>
            <a:xfrm>
              <a:off x="255960" y="0"/>
              <a:ext cx="1740960" cy="104292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6" name="Google Shape;200;g3e4a81a69ab_1_255"/>
          <p:cNvSpPr/>
          <p:nvPr/>
        </p:nvSpPr>
        <p:spPr>
          <a:xfrm>
            <a:off x="203400" y="206280"/>
            <a:ext cx="8737200" cy="4730760"/>
          </a:xfrm>
          <a:prstGeom prst="rect">
            <a:avLst/>
          </a:prstGeom>
          <a:solidFill>
            <a:schemeClr val="dk1"/>
          </a:solidFill>
          <a:ln w="0">
            <a:noFill/>
          </a:ln>
          <a:effectLst>
            <a:outerShdw algn="ctr" blurRad="228600" rotWithShape="0" sx="101000" sy="101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7" name="Google Shape;201;g3e4a81a69ab_1_255"/>
          <p:cNvGrpSpPr/>
          <p:nvPr/>
        </p:nvGrpSpPr>
        <p:grpSpPr>
          <a:xfrm>
            <a:off x="34920" y="4521960"/>
            <a:ext cx="1593000" cy="616680"/>
            <a:chOff x="34920" y="4521960"/>
            <a:chExt cx="1593000" cy="616680"/>
          </a:xfrm>
        </p:grpSpPr>
        <p:sp>
          <p:nvSpPr>
            <p:cNvPr id="198" name="Google Shape;202;g3e4a81a69ab_1_255"/>
            <p:cNvSpPr/>
            <p:nvPr/>
          </p:nvSpPr>
          <p:spPr>
            <a:xfrm>
              <a:off x="552960" y="4521960"/>
              <a:ext cx="1074960" cy="61668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03;g3e4a81a69ab_1_255"/>
            <p:cNvSpPr/>
            <p:nvPr/>
          </p:nvSpPr>
          <p:spPr>
            <a:xfrm>
              <a:off x="294120" y="4521960"/>
              <a:ext cx="1074960" cy="61668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Google Shape;204;g3e4a81a69ab_1_255"/>
            <p:cNvSpPr/>
            <p:nvPr/>
          </p:nvSpPr>
          <p:spPr>
            <a:xfrm>
              <a:off x="34920" y="4521960"/>
              <a:ext cx="1074960" cy="61668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1" name="Google Shape;205;g3e4a81a69ab_1_255"/>
          <p:cNvGrpSpPr/>
          <p:nvPr/>
        </p:nvGrpSpPr>
        <p:grpSpPr>
          <a:xfrm>
            <a:off x="5886360" y="1080"/>
            <a:ext cx="3257280" cy="1261080"/>
            <a:chOff x="5886360" y="1080"/>
            <a:chExt cx="3257280" cy="1261080"/>
          </a:xfrm>
        </p:grpSpPr>
        <p:sp>
          <p:nvSpPr>
            <p:cNvPr id="202" name="Google Shape;206;g3e4a81a69ab_1_255"/>
            <p:cNvSpPr/>
            <p:nvPr/>
          </p:nvSpPr>
          <p:spPr>
            <a:xfrm>
              <a:off x="6945840" y="1080"/>
              <a:ext cx="2197800" cy="126108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960" bIns="48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Google Shape;207;g3e4a81a69ab_1_255"/>
            <p:cNvSpPr/>
            <p:nvPr/>
          </p:nvSpPr>
          <p:spPr>
            <a:xfrm>
              <a:off x="6415920" y="1080"/>
              <a:ext cx="2197800" cy="126108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960" bIns="48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Google Shape;208;g3e4a81a69ab_1_255"/>
            <p:cNvSpPr/>
            <p:nvPr/>
          </p:nvSpPr>
          <p:spPr>
            <a:xfrm>
              <a:off x="5886360" y="1080"/>
              <a:ext cx="2197800" cy="126108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960" bIns="48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393920" y="1301040"/>
            <a:ext cx="6366600" cy="253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55"/>
          </p:nvPr>
        </p:nvSpPr>
        <p:spPr>
          <a:xfrm>
            <a:off x="8390880" y="454356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E599E7-2D6D-4806-9E57-B9EF663C6A65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&lt;номер&gt;</a:t>
            </a:fld>
            <a:endParaRPr lang="ru-RU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3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12;g3e4a81a69ab_1_273"/>
          <p:cNvSpPr/>
          <p:nvPr/>
        </p:nvSpPr>
        <p:spPr>
          <a:xfrm flipH="1">
            <a:off x="3582000" y="1550880"/>
            <a:ext cx="5560920" cy="3592440"/>
          </a:xfrm>
          <a:prstGeom prst="rtTriangle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13;g3e4a81a69ab_1_273"/>
          <p:cNvSpPr/>
          <p:nvPr/>
        </p:nvSpPr>
        <p:spPr>
          <a:xfrm>
            <a:off x="0" y="2824560"/>
            <a:ext cx="7369920" cy="2318760"/>
          </a:xfrm>
          <a:prstGeom prst="rtTriangl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214;g3e4a81a69ab_1_273"/>
          <p:cNvSpPr/>
          <p:nvPr/>
        </p:nvSpPr>
        <p:spPr>
          <a:xfrm>
            <a:off x="203400" y="206280"/>
            <a:ext cx="8737200" cy="4730760"/>
          </a:xfrm>
          <a:prstGeom prst="rect">
            <a:avLst/>
          </a:prstGeom>
          <a:solidFill>
            <a:schemeClr val="dk1"/>
          </a:solidFill>
          <a:ln w="0">
            <a:noFill/>
          </a:ln>
          <a:effectLst>
            <a:outerShdw algn="ctr" blurRad="228600" rotWithShape="0" sx="101000" sy="101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819000" y="845640"/>
            <a:ext cx="6423840" cy="70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buNone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819000" y="2467080"/>
            <a:ext cx="5859720" cy="209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56"/>
          </p:nvPr>
        </p:nvSpPr>
        <p:spPr>
          <a:xfrm>
            <a:off x="8390880" y="454356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74DF38-BE2C-4B71-9895-3C4788674D8A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&lt;номер&gt;</a:t>
            </a:fld>
            <a:endParaRPr lang="ru-RU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4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20;g3e4a81a69ab_1_281"/>
          <p:cNvSpPr/>
          <p:nvPr/>
        </p:nvSpPr>
        <p:spPr>
          <a:xfrm>
            <a:off x="0" y="2824560"/>
            <a:ext cx="7369920" cy="2318760"/>
          </a:xfrm>
          <a:prstGeom prst="rtTriangle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21;g3e4a81a69ab_1_281"/>
          <p:cNvSpPr/>
          <p:nvPr/>
        </p:nvSpPr>
        <p:spPr>
          <a:xfrm flipH="1">
            <a:off x="3582000" y="1550880"/>
            <a:ext cx="5560920" cy="3592440"/>
          </a:xfrm>
          <a:prstGeom prst="rtTriangl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22;g3e4a81a69ab_1_281"/>
          <p:cNvSpPr/>
          <p:nvPr/>
        </p:nvSpPr>
        <p:spPr>
          <a:xfrm>
            <a:off x="203400" y="206280"/>
            <a:ext cx="8737200" cy="4730760"/>
          </a:xfrm>
          <a:prstGeom prst="rect">
            <a:avLst/>
          </a:prstGeom>
          <a:solidFill>
            <a:schemeClr val="dk1"/>
          </a:solidFill>
          <a:ln w="0">
            <a:noFill/>
          </a:ln>
          <a:effectLst>
            <a:outerShdw algn="ctr" blurRad="228600" rotWithShape="0" sx="101000" sy="101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body"/>
          </p:nvPr>
        </p:nvSpPr>
        <p:spPr>
          <a:xfrm>
            <a:off x="327960" y="4163400"/>
            <a:ext cx="7414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ldNum" idx="57"/>
          </p:nvPr>
        </p:nvSpPr>
        <p:spPr>
          <a:xfrm>
            <a:off x="8390880" y="454356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D5C68E-22F5-49DD-8C7E-92B827531641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&lt;номер&gt;</a:t>
            </a:fld>
            <a:endParaRPr lang="ru-RU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4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5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26;g3e4a81a69ab_1_187"/>
          <p:cNvSpPr/>
          <p:nvPr/>
        </p:nvSpPr>
        <p:spPr>
          <a:xfrm>
            <a:off x="0" y="2824560"/>
            <a:ext cx="7369920" cy="2318760"/>
          </a:xfrm>
          <a:prstGeom prst="rtTriangl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27;g3e4a81a69ab_1_187"/>
          <p:cNvSpPr/>
          <p:nvPr/>
        </p:nvSpPr>
        <p:spPr>
          <a:xfrm flipH="1">
            <a:off x="3582000" y="1550880"/>
            <a:ext cx="5560920" cy="3592440"/>
          </a:xfrm>
          <a:prstGeom prst="rtTriangl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28;g3e4a81a69ab_1_187"/>
          <p:cNvSpPr/>
          <p:nvPr/>
        </p:nvSpPr>
        <p:spPr>
          <a:xfrm rot="10800000">
            <a:off x="5059080" y="0"/>
            <a:ext cx="4084920" cy="2052360"/>
          </a:xfrm>
          <a:prstGeom prst="rtTriangl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29;g3e4a81a69ab_1_187"/>
          <p:cNvSpPr/>
          <p:nvPr/>
        </p:nvSpPr>
        <p:spPr>
          <a:xfrm>
            <a:off x="203400" y="206280"/>
            <a:ext cx="8737200" cy="4730760"/>
          </a:xfrm>
          <a:prstGeom prst="rect">
            <a:avLst/>
          </a:prstGeom>
          <a:solidFill>
            <a:schemeClr val="dk1"/>
          </a:solidFill>
          <a:ln w="0">
            <a:noFill/>
          </a:ln>
          <a:effectLst>
            <a:outerShdw algn="ctr" blurRad="228600" rotWithShape="0" sx="101000" sy="101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3" name="Google Shape;130;g3e4a81a69ab_1_187"/>
          <p:cNvGrpSpPr/>
          <p:nvPr/>
        </p:nvGrpSpPr>
        <p:grpSpPr>
          <a:xfrm>
            <a:off x="255240" y="720"/>
            <a:ext cx="2250000" cy="1044000"/>
            <a:chOff x="255240" y="720"/>
            <a:chExt cx="2250000" cy="1044000"/>
          </a:xfrm>
        </p:grpSpPr>
        <p:sp>
          <p:nvSpPr>
            <p:cNvPr id="114" name="Google Shape;131;g3e4a81a69ab_1_187"/>
            <p:cNvSpPr/>
            <p:nvPr/>
          </p:nvSpPr>
          <p:spPr>
            <a:xfrm>
              <a:off x="763920" y="720"/>
              <a:ext cx="1741320" cy="10440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Google Shape;132;g3e4a81a69ab_1_187"/>
            <p:cNvSpPr/>
            <p:nvPr/>
          </p:nvSpPr>
          <p:spPr>
            <a:xfrm>
              <a:off x="509760" y="720"/>
              <a:ext cx="1741320" cy="10440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Google Shape;133;g3e4a81a69ab_1_187"/>
            <p:cNvSpPr/>
            <p:nvPr/>
          </p:nvSpPr>
          <p:spPr>
            <a:xfrm>
              <a:off x="255240" y="720"/>
              <a:ext cx="1741320" cy="10440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7" name="Google Shape;134;g3e4a81a69ab_1_187"/>
          <p:cNvGrpSpPr/>
          <p:nvPr/>
        </p:nvGrpSpPr>
        <p:grpSpPr>
          <a:xfrm>
            <a:off x="905400" y="720"/>
            <a:ext cx="2250000" cy="1044000"/>
            <a:chOff x="905400" y="720"/>
            <a:chExt cx="2250000" cy="1044000"/>
          </a:xfrm>
        </p:grpSpPr>
        <p:sp>
          <p:nvSpPr>
            <p:cNvPr id="118" name="Google Shape;135;g3e4a81a69ab_1_187"/>
            <p:cNvSpPr/>
            <p:nvPr/>
          </p:nvSpPr>
          <p:spPr>
            <a:xfrm>
              <a:off x="1414080" y="720"/>
              <a:ext cx="1741320" cy="10440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Google Shape;136;g3e4a81a69ab_1_187"/>
            <p:cNvSpPr/>
            <p:nvPr/>
          </p:nvSpPr>
          <p:spPr>
            <a:xfrm>
              <a:off x="1159920" y="720"/>
              <a:ext cx="1741320" cy="10440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Google Shape;137;g3e4a81a69ab_1_187"/>
            <p:cNvSpPr/>
            <p:nvPr/>
          </p:nvSpPr>
          <p:spPr>
            <a:xfrm>
              <a:off x="905400" y="720"/>
              <a:ext cx="1741320" cy="10440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1" name="Google Shape;138;g3e4a81a69ab_1_187"/>
          <p:cNvGrpSpPr/>
          <p:nvPr/>
        </p:nvGrpSpPr>
        <p:grpSpPr>
          <a:xfrm>
            <a:off x="7057440" y="5040"/>
            <a:ext cx="1850760" cy="751680"/>
            <a:chOff x="7057440" y="5040"/>
            <a:chExt cx="1850760" cy="751680"/>
          </a:xfrm>
        </p:grpSpPr>
        <p:sp>
          <p:nvSpPr>
            <p:cNvPr id="122" name="Google Shape;139;g3e4a81a69ab_1_187"/>
            <p:cNvSpPr/>
            <p:nvPr/>
          </p:nvSpPr>
          <p:spPr>
            <a:xfrm>
              <a:off x="7659360" y="5040"/>
              <a:ext cx="1248840" cy="75168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Google Shape;140;g3e4a81a69ab_1_187"/>
            <p:cNvSpPr/>
            <p:nvPr/>
          </p:nvSpPr>
          <p:spPr>
            <a:xfrm>
              <a:off x="7358400" y="5040"/>
              <a:ext cx="1248840" cy="75168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Google Shape;141;g3e4a81a69ab_1_187"/>
            <p:cNvSpPr/>
            <p:nvPr/>
          </p:nvSpPr>
          <p:spPr>
            <a:xfrm>
              <a:off x="7057440" y="5040"/>
              <a:ext cx="1248840" cy="75168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5" name="Google Shape;142;g3e4a81a69ab_1_187"/>
          <p:cNvGrpSpPr/>
          <p:nvPr/>
        </p:nvGrpSpPr>
        <p:grpSpPr>
          <a:xfrm>
            <a:off x="6553080" y="4217760"/>
            <a:ext cx="2388600" cy="925200"/>
            <a:chOff x="6553080" y="4217760"/>
            <a:chExt cx="2388600" cy="925200"/>
          </a:xfrm>
        </p:grpSpPr>
        <p:sp>
          <p:nvSpPr>
            <p:cNvPr id="126" name="Google Shape;143;g3e4a81a69ab_1_187"/>
            <p:cNvSpPr/>
            <p:nvPr/>
          </p:nvSpPr>
          <p:spPr>
            <a:xfrm>
              <a:off x="7329960" y="4217760"/>
              <a:ext cx="1611720" cy="9252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Google Shape;144;g3e4a81a69ab_1_187"/>
            <p:cNvSpPr/>
            <p:nvPr/>
          </p:nvSpPr>
          <p:spPr>
            <a:xfrm>
              <a:off x="6941520" y="4217760"/>
              <a:ext cx="1611720" cy="9252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Google Shape;145;g3e4a81a69ab_1_187"/>
            <p:cNvSpPr/>
            <p:nvPr/>
          </p:nvSpPr>
          <p:spPr>
            <a:xfrm>
              <a:off x="6553080" y="4217760"/>
              <a:ext cx="1611720" cy="9252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9" name="Google Shape;146;g3e4a81a69ab_1_187"/>
          <p:cNvGrpSpPr/>
          <p:nvPr/>
        </p:nvGrpSpPr>
        <p:grpSpPr>
          <a:xfrm>
            <a:off x="199080" y="4055760"/>
            <a:ext cx="2795040" cy="1082880"/>
            <a:chOff x="199080" y="4055760"/>
            <a:chExt cx="2795040" cy="1082880"/>
          </a:xfrm>
        </p:grpSpPr>
        <p:sp>
          <p:nvSpPr>
            <p:cNvPr id="130" name="Google Shape;147;g3e4a81a69ab_1_187"/>
            <p:cNvSpPr/>
            <p:nvPr/>
          </p:nvSpPr>
          <p:spPr>
            <a:xfrm>
              <a:off x="1108080" y="4055760"/>
              <a:ext cx="1886040" cy="108288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Google Shape;148;g3e4a81a69ab_1_187"/>
            <p:cNvSpPr/>
            <p:nvPr/>
          </p:nvSpPr>
          <p:spPr>
            <a:xfrm>
              <a:off x="653760" y="4055760"/>
              <a:ext cx="1886040" cy="108288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Google Shape;149;g3e4a81a69ab_1_187"/>
            <p:cNvSpPr/>
            <p:nvPr/>
          </p:nvSpPr>
          <p:spPr>
            <a:xfrm>
              <a:off x="199080" y="4055760"/>
              <a:ext cx="1886040" cy="108288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858680" y="1822680"/>
            <a:ext cx="5361120" cy="144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indent="0">
              <a:buNone/>
            </a:pPr>
            <a:r>
              <a:rPr lang="ru-RU" sz="3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ldNum" idx="44"/>
          </p:nvPr>
        </p:nvSpPr>
        <p:spPr>
          <a:xfrm>
            <a:off x="8390880" y="454356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8CA31F-8DBD-4C00-8311-A6C470F8D405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&lt;номер&gt;</a:t>
            </a:fld>
            <a:endParaRPr lang="ru-RU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226;g3e4a81a69ab_1_287"/>
          <p:cNvSpPr/>
          <p:nvPr/>
        </p:nvSpPr>
        <p:spPr>
          <a:xfrm flipH="1">
            <a:off x="5568480" y="2833920"/>
            <a:ext cx="3574440" cy="2309040"/>
          </a:xfrm>
          <a:prstGeom prst="rtTriangle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8" name="Google Shape;227;g3e4a81a69ab_1_287"/>
          <p:cNvGrpSpPr/>
          <p:nvPr/>
        </p:nvGrpSpPr>
        <p:grpSpPr>
          <a:xfrm>
            <a:off x="5959080" y="4119480"/>
            <a:ext cx="2520720" cy="1023840"/>
            <a:chOff x="5959080" y="4119480"/>
            <a:chExt cx="2520720" cy="1023840"/>
          </a:xfrm>
        </p:grpSpPr>
        <p:sp>
          <p:nvSpPr>
            <p:cNvPr id="139" name="Google Shape;228;g3e4a81a69ab_1_287"/>
            <p:cNvSpPr/>
            <p:nvPr/>
          </p:nvSpPr>
          <p:spPr>
            <a:xfrm>
              <a:off x="6779160" y="4119480"/>
              <a:ext cx="1700640" cy="102384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Google Shape;229;g3e4a81a69ab_1_287"/>
            <p:cNvSpPr/>
            <p:nvPr/>
          </p:nvSpPr>
          <p:spPr>
            <a:xfrm>
              <a:off x="6369120" y="4119480"/>
              <a:ext cx="1700640" cy="102384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Google Shape;230;g3e4a81a69ab_1_287"/>
            <p:cNvSpPr/>
            <p:nvPr/>
          </p:nvSpPr>
          <p:spPr>
            <a:xfrm>
              <a:off x="5959080" y="4119480"/>
              <a:ext cx="1700640" cy="102384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2" name="Google Shape;231;g3e4a81a69ab_1_287"/>
          <p:cNvGrpSpPr/>
          <p:nvPr/>
        </p:nvGrpSpPr>
        <p:grpSpPr>
          <a:xfrm>
            <a:off x="199080" y="0"/>
            <a:ext cx="2795040" cy="1082880"/>
            <a:chOff x="199080" y="0"/>
            <a:chExt cx="2795040" cy="1082880"/>
          </a:xfrm>
        </p:grpSpPr>
        <p:sp>
          <p:nvSpPr>
            <p:cNvPr id="143" name="Google Shape;232;g3e4a81a69ab_1_287"/>
            <p:cNvSpPr/>
            <p:nvPr/>
          </p:nvSpPr>
          <p:spPr>
            <a:xfrm>
              <a:off x="1108080" y="0"/>
              <a:ext cx="1886040" cy="108288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Google Shape;233;g3e4a81a69ab_1_287"/>
            <p:cNvSpPr/>
            <p:nvPr/>
          </p:nvSpPr>
          <p:spPr>
            <a:xfrm>
              <a:off x="653760" y="0"/>
              <a:ext cx="1886040" cy="108288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Google Shape;234;g3e4a81a69ab_1_287"/>
            <p:cNvSpPr/>
            <p:nvPr/>
          </p:nvSpPr>
          <p:spPr>
            <a:xfrm>
              <a:off x="199080" y="0"/>
              <a:ext cx="1886040" cy="108288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386000" y="1383840"/>
            <a:ext cx="6372000" cy="13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lang="ru-RU" sz="86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xx%</a:t>
            </a:r>
            <a:endParaRPr lang="ru-RU" sz="8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1386000" y="2863800"/>
            <a:ext cx="6372000" cy="64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5"/>
          </p:nvPr>
        </p:nvSpPr>
        <p:spPr>
          <a:xfrm>
            <a:off x="8390880" y="454356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055560-33A8-4536-9C92-AD67B0AC0998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322;g3d93ecf6ea8_0_0"/>
          <p:cNvSpPr/>
          <p:nvPr/>
        </p:nvSpPr>
        <p:spPr>
          <a:xfrm>
            <a:off x="5160240" y="1486440"/>
            <a:ext cx="3242880" cy="248292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Base Score: 8 points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Bonus: +2 points for real-world operational data*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Maximum: 10 points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*Real-world = organization-owned, production-like, or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public operational datasets (not toy/academic samples)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Capstone Project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21560" y="1155600"/>
            <a:ext cx="4324680" cy="3416040"/>
          </a:xfrm>
          <a:prstGeom prst="rect">
            <a:avLst/>
          </a:prstGeom>
          <a:noFill/>
          <a:ln w="9360">
            <a:solidFill>
              <a:srgbClr val="000000"/>
            </a:solidFill>
            <a:prstDash val="dash"/>
            <a:round/>
          </a:ln>
        </p:spPr>
        <p:txBody>
          <a:bodyPr lIns="91440" rIns="91440" tIns="91440" bIns="91440" anchor="t">
            <a:normAutofit fontScale="77500" lnSpcReduction="19999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1. Problem Statement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  • What business problem are we solving?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  • Why does it matter now?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2. Data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  • What data will you use?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  • Why is it reliable / representative?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3. Modeling Approach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  • Proposed architecture / method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  • Why this approach for this problem?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4. KPI &amp; Success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  • Primary success metric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   • Expected business impact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d4493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LibreOffice/25.8.6.2$Windows_X86_64 LibreOffice_project/b4b39682cd9868fa725bc664aff94278d315bd04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2025-09-29T05:59:44Z</dcterms:created>
  <dc:creator/>
  <dc:description/>
  <dc:language>ru-RU</dc:language>
  <cp:lastModifiedBy/>
  <dcterms:modified xsi:type="dcterms:W3CDTF">2026-06-04T17:09:58Z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2025-09-29T00:00:00Z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2025-09-29T00:00:00Z</vt:filetime>
  </property>
  <property fmtid="{D5CDD505-2E9C-101B-9397-08002B2CF9AE}" pid="5" name="Producer">
    <vt:lpwstr>3-Heights(TM) PDF Security Shell 4.8.25.2 (http://www.pdf-tools.com)</vt:lpwstr>
  </property>
</Properties>
</file>